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G" id="{426955B7-0BCA-4FA8-B6D3-6894FE98A794}">
          <p14:sldIdLst>
            <p14:sldId id="261"/>
            <p14:sldId id="256"/>
            <p14:sldId id="262"/>
            <p14:sldId id="263"/>
            <p14:sldId id="264"/>
          </p14:sldIdLst>
        </p14:section>
        <p14:section name="RC" id="{2554782D-53E9-42CB-B7A7-B2D9981ECEFC}">
          <p14:sldIdLst>
            <p14:sldId id="265"/>
            <p14:sldId id="266"/>
            <p14:sldId id="267"/>
            <p14:sldId id="268"/>
            <p14:sldId id="270"/>
          </p14:sldIdLst>
        </p14:section>
        <p14:section name="EC" id="{86C2B3B0-8441-4423-A88B-534D047D2BE6}">
          <p14:sldIdLst>
            <p14:sldId id="271"/>
            <p14:sldId id="272"/>
            <p14:sldId id="273"/>
            <p14:sldId id="274"/>
            <p14:sldId id="275"/>
          </p14:sldIdLst>
        </p14:section>
        <p14:section name="FM" id="{E0E6A9B9-617D-4FE8-8C66-0AD65B4345E6}">
          <p14:sldIdLst>
            <p14:sldId id="276"/>
            <p14:sldId id="277"/>
            <p14:sldId id="278"/>
            <p14:sldId id="279"/>
            <p14:sldId id="280"/>
          </p14:sldIdLst>
        </p14:section>
        <p14:section name="GM" id="{37AE91C7-0476-4EC5-BDF5-3B53A63C854C}">
          <p14:sldIdLst>
            <p14:sldId id="281"/>
            <p14:sldId id="282"/>
            <p14:sldId id="283"/>
            <p14:sldId id="284"/>
            <p14:sldId id="285"/>
          </p14:sldIdLst>
        </p14:section>
        <p14:section name="SE" id="{C148D5B0-D32F-498C-A7B1-826754712143}">
          <p14:sldIdLst>
            <p14:sldId id="286"/>
          </p14:sldIdLst>
        </p14:section>
        <p14:section name="REC" id="{06DF353D-334B-4CE9-B2A3-A0B58ADD81D0}">
          <p14:sldIdLst>
            <p14:sldId id="287"/>
            <p14:sldId id="288"/>
            <p14:sldId id="289"/>
            <p14:sldId id="290"/>
          </p14:sldIdLst>
        </p14:section>
        <p14:section name="EXP" id="{8797C118-A842-48A7-AA43-DA8473A850F5}">
          <p14:sldIdLst>
            <p14:sldId id="291"/>
            <p14:sldId id="292"/>
            <p14:sldId id="293"/>
            <p14:sldId id="294"/>
          </p14:sldIdLst>
        </p14:section>
        <p14:section name="PER" id="{CAD166FD-10F8-48E5-8FAA-285864DD22CE}">
          <p14:sldIdLst>
            <p14:sldId id="295"/>
            <p14:sldId id="296"/>
            <p14:sldId id="297"/>
            <p14:sldId id="298"/>
          </p14:sldIdLst>
        </p14:section>
        <p14:section name="IPR" id="{B17B5977-DA70-4910-8F20-CB515EA808CC}">
          <p14:sldIdLst>
            <p14:sldId id="299"/>
            <p14:sldId id="300"/>
            <p14:sldId id="301"/>
            <p14:sldId id="302"/>
          </p14:sldIdLst>
        </p14:section>
        <p14:section name="PLA" id="{3C0F0B31-889E-4473-A88B-9CF68D1CBDC2}">
          <p14:sldIdLst>
            <p14:sldId id="303"/>
            <p14:sldId id="304"/>
            <p14:sldId id="305"/>
            <p14:sldId id="3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4C4448-03B8-6074-275F-24DEBA09FA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A1EF111-F590-9F26-0785-5162CDF43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14A92-7BE1-D298-52F7-E80DBB937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C617-522B-468A-A692-D5A137C2DB31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711836-D2FC-8F9B-BAE3-86832F52B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C18D53-B32A-779F-4044-FB6FDE2BA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F7A0F-A859-44F1-8DA0-558CE890C9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9636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4FB36F-3DAC-8DE8-BEDF-6A973CC3D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87DA49-EDCD-278C-B7FC-A83435B52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A5E450-58DB-3AAC-D06F-E4FC3FA3A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C617-522B-468A-A692-D5A137C2DB31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E4C59B-A478-A14E-D8BE-1F80AE60B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CCB04B-A318-D082-9BB0-218761F8F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F7A0F-A859-44F1-8DA0-558CE890C9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0487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BDA8FC-44E1-0FC7-BAC5-0A53A31B5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CDA9AF-1C7C-CC64-D4FD-BBA5C8246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8B0AC9-DB98-722B-CEA2-C1B600CDB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C617-522B-468A-A692-D5A137C2DB31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5A8552-F916-FF64-3B05-31831DC5D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0796A2-B509-0F72-7B46-E050D590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F7A0F-A859-44F1-8DA0-558CE890C9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6317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6A7ABA-0EBF-2DF0-2545-068B94F91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77A644-F2D1-3209-C86A-C22913F24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3E80FC-F05A-6F53-F428-0BF6518FD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8B9ED7-592E-E744-0D21-2CA75510C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C617-522B-468A-A692-D5A137C2DB31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B40A2B-0C9C-A45D-29D6-94BC6E649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07CEF0-B739-9AFC-C135-4DC1B8090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F7A0F-A859-44F1-8DA0-558CE890C9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317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3F83EA-E3BA-D612-0927-BFC895656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DEFBD2-8E7C-1333-B696-227A78255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989DE3-DEC5-1CB0-0797-929DEDAF1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CD2E9DE-4D31-3252-A7E8-ED65B2D064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4313B2D-261C-548B-34DB-B57C8AF8EF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389CE0E-F090-C8BA-46A3-075A15738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C617-522B-468A-A692-D5A137C2DB31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2985792-3E21-0065-7DAC-438EC1A67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2F0ECF4-FDC8-FA6D-BFEF-907E78205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F7A0F-A859-44F1-8DA0-558CE890C9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757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7F7B50-0ABF-DE90-9F0B-2BED8EC65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DF3C20A-1229-4C3E-3B59-364507F98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C617-522B-468A-A692-D5A137C2DB31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BBD7B88-A189-FBDD-2D94-6492830F3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024009-96D6-A8DF-8373-183BBE9CC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F7A0F-A859-44F1-8DA0-558CE890C9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166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6C720F2-6021-E50E-FD04-0D805851C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C617-522B-468A-A692-D5A137C2DB31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9EA3B21-DF96-E270-1436-9E5FC62F1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2B3A9F-7830-A4E0-7A4E-6C1D21A90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F7A0F-A859-44F1-8DA0-558CE890C9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1349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11778E-1FDA-C12B-9522-B55FD551B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E3A3D5-3892-1598-2197-ADF9D6EF4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7C6840-9F2F-8D43-EB02-DBCE82692E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A4843A-43A1-4292-3C1C-2673804F8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C617-522B-468A-A692-D5A137C2DB31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F827F1-3749-C55C-DF6A-29DBF0326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2482D5-DE1B-30C8-5C99-087747238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F7A0F-A859-44F1-8DA0-558CE890C9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5564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C4A304-AD87-B9BF-21F5-96CC921DF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4A83DD0-31F2-BF5D-C52F-7CC53D31A8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AE1596-3B6E-C390-701C-95045CF61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9A4411-E905-8932-3C65-202CBA638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C617-522B-468A-A692-D5A137C2DB31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A80E07-1E60-A7F7-AEF3-1CF1AF2CE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6AA3AA-3B02-BB26-D8FA-B059ACED2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F7A0F-A859-44F1-8DA0-558CE890C9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963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5FE5DD-1B0B-44E6-9E55-1C73394F7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020F4D-6B57-7A92-7A60-271D947CC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74C639-76E8-AB2F-BE28-6C85609D8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C617-522B-468A-A692-D5A137C2DB31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53C046-172B-196A-5469-035800E5B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93D9C0-D8B3-8EEA-4E29-7C1C2078A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F7A0F-A859-44F1-8DA0-558CE890C9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068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83402E7-C5A1-1D8D-DEFB-674114A68F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732906-2765-9806-8F45-0B5220195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371534-6B44-5D87-5C24-B56B7910F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C617-522B-468A-A692-D5A137C2DB31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2E7C08-EB99-AD59-57B7-D50DC58FD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9C4FAC-485F-3C69-9866-2293D395B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F7A0F-A859-44F1-8DA0-558CE890C9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685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2695C36-EEF6-083E-A736-1A60481C5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2AEE64-F5BF-3B17-0573-1B1C4897B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832DB2-5856-D9DE-CF8D-853C41677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9FC617-522B-468A-A692-D5A137C2DB31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301607-13D8-79B1-54C8-A33E2FACB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D1C5C1-873D-39FF-3C97-CA88C8E2A8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F7A0F-A859-44F1-8DA0-558CE890C9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3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53B8A-6950-F195-02A9-145A029FB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E993E22E-0F4C-A5D0-B752-0ACA22D97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639"/>
            <a:ext cx="12192000" cy="608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667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1B24381-A3F4-A8AB-62F0-E5D76A3BB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72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30C1C-6927-5E60-D1AC-98F8AC78B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DD5616E-4753-41F1-E934-FBDE9B16B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823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171B7-6CC8-9C55-183E-572EC35F5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9570859-52B9-7F92-31C0-97B3AFA73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245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BADF8-4394-539C-B1B7-C2BAEA78A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A4AB821-6FE2-CDA2-4009-3F0915653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353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368A-AF3B-7FE3-9718-1713DFC0C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73E2B1F-8E6F-63E2-C326-870FADA8E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639"/>
            <a:ext cx="12192000" cy="608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291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7782E-6E38-4E67-1C9E-916929AFB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BA2A649-0710-42A6-C82B-C08B2D7E7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573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30E3D-5F72-6446-27A2-EABA638D2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13FB3D8-DCA4-2EB3-3DE2-F7A1BD333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622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A74D1-A2FE-3097-CBC1-851B50CAE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7EA0715-17FC-B594-13F8-31FF54A8A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654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54211-647F-6ED7-8D6F-DD1152BFB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C5C82237-F4DB-7850-7470-FF1620ED3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604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4B8A4-184D-0F46-D5E4-24A9DCF31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613D62F-7C06-61BC-7D05-7E0F98E5E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639"/>
            <a:ext cx="12192000" cy="608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724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DEF9B-84D3-4182-9CC4-B44C7233F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D1E4B83-A975-E41A-21C0-34B252289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542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336D1-F8D6-33E7-A72B-F18BAB585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98F5F11-8764-E9BD-DE8A-626D42207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254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10ED0-82A4-0DDE-C857-82E91AF8C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A02CBC9-4A42-DE27-1AAA-5D108A5AB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568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9B29F-E6B9-0C3B-4C8E-7CEE0CF4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05C5DC9-C8C6-3736-60CB-7E0DB16DF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877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1B740-E64A-3E3E-2667-497EA5842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C3C6F2E-4C0E-D5CF-6142-C19E77D4F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639"/>
            <a:ext cx="12192000" cy="608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687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4485B-61CD-7B99-7A22-2E7130482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DFB5168-E651-6300-E078-12355F5A1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898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C599D-9066-4EAC-F4FF-A751F4E09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B371193-6E84-E064-3C3C-D5063773F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126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3DCA1-6280-1785-ABD5-C2EB35613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EFBF24D-D19E-3896-E256-0AA873429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721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FBEB3-82D3-7518-F357-FA7EDC007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0C83E4-DB9C-54BD-582E-5E5D173EF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8720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9E290-C596-D02D-EFE1-1853A18D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7C3BBEA-DB21-AD8E-4A8F-D4E3B7735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639"/>
            <a:ext cx="12192000" cy="608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213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8964E-04B6-3F3C-C7B9-2683D4F80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23E66E1-B02E-40D8-A789-4D58FA9F6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4686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4820D-2083-C8D3-B3B9-375606FE3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52D0525-2A20-C9DF-0C92-D1EE1D833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375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45109-83B6-6DBA-5C29-517F7B0D1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AC68CC0-DB50-3B0E-0F36-0EDB84DCD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8931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6DFAEAA-76AA-5FCD-6775-0561659B0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1154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776EB27-C578-B36C-912D-D9C261B0F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1708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4D960EC-6735-A33C-03AB-71129799E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639"/>
            <a:ext cx="12192000" cy="608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570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A502905-F571-05D5-E7D5-296A65D3A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9426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A733416-6B68-A1D0-2DCD-BCAB995A8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6637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8D294B5-D867-9BEE-3D44-4DF239CDD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2100"/>
            <a:ext cx="12192000" cy="605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1511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1DB89CB-A932-3754-A02F-9BE602520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639"/>
            <a:ext cx="12192000" cy="608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5115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E0B0A6A-977D-B747-2DA0-0E3555403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2100"/>
            <a:ext cx="12192000" cy="605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0649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8B3BF75-49C5-9D70-EA06-100813BD6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7463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8560DB5-1E49-6E10-FF23-4D562C81D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9589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0B25DA2-EBAF-6E6F-7FB0-C49DDEE04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639"/>
            <a:ext cx="12192000" cy="608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8582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8741943-C277-BD5B-D1E9-CAEEF0E97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2100"/>
            <a:ext cx="12192000" cy="605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1165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2CC4C47-474E-0875-B6FA-5BF4400EC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5377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9CA3EE7-5024-B26E-D549-A0D869A73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7304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FC50CCA-AA3E-0877-3F8F-C177C0420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639"/>
            <a:ext cx="12192000" cy="608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2481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C904AE3-A3CA-6777-99F7-736DDD7E9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9073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39131A5-16AA-3FB3-AA26-EBB293298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980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F914300-CF1A-2F84-6BAC-6C87E6617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2100"/>
            <a:ext cx="12192000" cy="605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1152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FEA227A-D35B-9B55-A1B6-C6E86CD07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639"/>
            <a:ext cx="12192000" cy="608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7874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9401F32-5272-4473-3F6A-FE79C6CDD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1256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09974A3-B1D9-AACD-F784-A5EE4A1DC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0448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2EF27E5-13C2-D4E8-823B-9C8E48FB2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004"/>
            <a:ext cx="12192000" cy="604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101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0</Words>
  <Application>Microsoft Office PowerPoint</Application>
  <PresentationFormat>와이드스크린</PresentationFormat>
  <Paragraphs>0</Paragraphs>
  <Slides>46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4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부유민</dc:creator>
  <cp:lastModifiedBy>부유민</cp:lastModifiedBy>
  <cp:revision>4</cp:revision>
  <dcterms:created xsi:type="dcterms:W3CDTF">2025-07-30T05:45:11Z</dcterms:created>
  <dcterms:modified xsi:type="dcterms:W3CDTF">2025-08-13T05:07:31Z</dcterms:modified>
</cp:coreProperties>
</file>