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인지" id="{426955B7-0BCA-4FA8-B6D3-6894FE98A794}">
          <p14:sldIdLst>
            <p14:sldId id="261"/>
            <p14:sldId id="256"/>
            <p14:sldId id="262"/>
            <p14:sldId id="263"/>
            <p14:sldId id="264"/>
          </p14:sldIdLst>
        </p14:section>
        <p14:section name="수용언어" id="{2554782D-53E9-42CB-B7A7-B2D9981ECEFC}">
          <p14:sldIdLst>
            <p14:sldId id="265"/>
            <p14:sldId id="266"/>
            <p14:sldId id="267"/>
            <p14:sldId id="268"/>
            <p14:sldId id="270"/>
          </p14:sldIdLst>
        </p14:section>
        <p14:section name="표현언어" id="{86C2B3B0-8441-4423-A88B-534D047D2BE6}">
          <p14:sldIdLst>
            <p14:sldId id="271"/>
            <p14:sldId id="272"/>
            <p14:sldId id="273"/>
            <p14:sldId id="274"/>
            <p14:sldId id="275"/>
          </p14:sldIdLst>
        </p14:section>
        <p14:section name="소근육" id="{E0E6A9B9-617D-4FE8-8C66-0AD65B4345E6}">
          <p14:sldIdLst>
            <p14:sldId id="276"/>
            <p14:sldId id="277"/>
            <p14:sldId id="278"/>
            <p14:sldId id="279"/>
            <p14:sldId id="280"/>
          </p14:sldIdLst>
        </p14:section>
        <p14:section name="대근육" id="{37AE91C7-0476-4EC5-BDF5-3B53A63C854C}">
          <p14:sldIdLst>
            <p14:sldId id="281"/>
            <p14:sldId id="282"/>
            <p14:sldId id="283"/>
            <p14:sldId id="284"/>
            <p14:sldId id="285"/>
          </p14:sldIdLst>
        </p14:section>
        <p14:section name="사회정서" id="{C148D5B0-D32F-498C-A7B1-826754712143}">
          <p14:sldIdLst>
            <p14:sldId id="286"/>
          </p14:sldIdLst>
        </p14:section>
        <p14:section name="적응행동_수용" id="{06DF353D-334B-4CE9-B2A3-A0B58ADD81D0}">
          <p14:sldIdLst>
            <p14:sldId id="287"/>
            <p14:sldId id="288"/>
            <p14:sldId id="289"/>
            <p14:sldId id="290"/>
          </p14:sldIdLst>
        </p14:section>
        <p14:section name="적응행동_표현" id="{8797C118-A842-48A7-AA43-DA8473A850F5}">
          <p14:sldIdLst>
            <p14:sldId id="291"/>
            <p14:sldId id="292"/>
            <p14:sldId id="293"/>
            <p14:sldId id="294"/>
          </p14:sldIdLst>
        </p14:section>
        <p14:section name="적응행동_개인자조" id="{CAD166FD-10F8-48E5-8FAA-285864DD22CE}">
          <p14:sldIdLst>
            <p14:sldId id="295"/>
            <p14:sldId id="296"/>
            <p14:sldId id="297"/>
            <p14:sldId id="298"/>
          </p14:sldIdLst>
        </p14:section>
        <p14:section name="적응행동_대인관계" id="{B17B5977-DA70-4910-8F20-CB515EA808CC}">
          <p14:sldIdLst>
            <p14:sldId id="299"/>
            <p14:sldId id="300"/>
            <p14:sldId id="301"/>
            <p14:sldId id="302"/>
          </p14:sldIdLst>
        </p14:section>
        <p14:section name="적응행동_놀이&amp;여가" id="{3C0F0B31-889E-4473-A88B-9CF68D1CBDC2}">
          <p14:sldIdLst>
            <p14:sldId id="303"/>
            <p14:sldId id="304"/>
            <p14:sldId id="305"/>
            <p14:sldId id="30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C4448-03B8-6074-275F-24DEBA09F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1EF111-F590-9F26-0785-5162CDF43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14A92-7BE1-D298-52F7-E80DBB937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711836-D2FC-8F9B-BAE3-86832F52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18D53-B32A-779F-4044-FB6FDE2B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63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FB36F-3DAC-8DE8-BEDF-6A973CC3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87DA49-EDCD-278C-B7FC-A83435B52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5E450-58DB-3AAC-D06F-E4FC3FA3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E4C59B-A478-A14E-D8BE-1F80AE60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CCB04B-A318-D082-9BB0-218761F8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48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DA8FC-44E1-0FC7-BAC5-0A53A31B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CDA9AF-1C7C-CC64-D4FD-BBA5C8246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8B0AC9-DB98-722B-CEA2-C1B600CD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5A8552-F916-FF64-3B05-31831DC5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0796A2-B509-0F72-7B46-E050D590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31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A7ABA-0EBF-2DF0-2545-068B94F9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7A644-F2D1-3209-C86A-C22913F2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3E80FC-F05A-6F53-F428-0BF6518FD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8B9ED7-592E-E744-0D21-2CA75510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B40A2B-0C9C-A45D-29D6-94BC6E64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07CEF0-B739-9AFC-C135-4DC1B809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31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F83EA-E3BA-D612-0927-BFC89565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DEFBD2-8E7C-1333-B696-227A78255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989DE3-DEC5-1CB0-0797-929DEDAF1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D2E9DE-4D31-3252-A7E8-ED65B2D06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313B2D-261C-548B-34DB-B57C8AF8E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89CE0E-F090-C8BA-46A3-075A1573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985792-3E21-0065-7DAC-438EC1A6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F0ECF4-FDC8-FA6D-BFEF-907E7820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75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F7B50-0ABF-DE90-9F0B-2BED8EC6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F3C20A-1229-4C3E-3B59-364507F9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BD7B88-A189-FBDD-2D94-6492830F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024009-96D6-A8DF-8373-183BBE9C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6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C720F2-6021-E50E-FD04-0D805851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EA3B21-DF96-E270-1436-9E5FC62F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B3A9F-7830-A4E0-7A4E-6C1D21A9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34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1778E-1FDA-C12B-9522-B55FD551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3A3D5-3892-1598-2197-ADF9D6EF4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7C6840-9F2F-8D43-EB02-DBCE82692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A4843A-43A1-4292-3C1C-2673804F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F827F1-3749-C55C-DF6A-29DBF032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2482D5-DE1B-30C8-5C99-08774723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56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4A304-AD87-B9BF-21F5-96CC921D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A83DD0-31F2-BF5D-C52F-7CC53D31A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AE1596-3B6E-C390-701C-95045CF61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A4411-E905-8932-3C65-202CBA63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A80E07-1E60-A7F7-AEF3-1CF1AF2C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AA3AA-3B02-BB26-D8FA-B059ACED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6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FE5DD-1B0B-44E6-9E55-1C73394F7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020F4D-6B57-7A92-7A60-271D947CC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4C639-76E8-AB2F-BE28-6C85609D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53C046-172B-196A-5469-035800E5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93D9C0-D8B3-8EEA-4E29-7C1C2078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06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3402E7-C5A1-1D8D-DEFB-674114A68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732906-2765-9806-8F45-0B5220195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371534-6B44-5D87-5C24-B56B7910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2E7C08-EB99-AD59-57B7-D50DC58F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9C4FAC-485F-3C69-9866-2293D395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68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695C36-EEF6-083E-A736-1A60481C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2AEE64-F5BF-3B17-0573-1B1C4897B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832DB2-5856-D9DE-CF8D-853C41677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FC617-522B-468A-A692-D5A137C2DB31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01607-13D8-79B1-54C8-A33E2FACB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D1C5C1-873D-39FF-3C97-CA88C8E2A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3B8A-6950-F195-02A9-145A029FB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054516-3081-B138-DC85-B29C1240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6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D8E2E03-6B33-2E81-E2E5-3E4F682AC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72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30C1C-6927-5E60-D1AC-98F8AC78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4C901F-F093-5863-2E93-E8DB323F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23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71B7-6CC8-9C55-183E-572EC35F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70D6E1-D47C-C0B0-2F8E-89D3262AD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4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ADF8-4394-539C-B1B7-C2BAEA78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F18AA3-103B-D3AA-D5C9-24A048EDE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5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368A-AF3B-7FE3-9718-1713DFC0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BE2930-80C8-59BD-3880-66F414657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9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782E-6E38-4E67-1C9E-916929AF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1A6DA3E-21A6-0C9A-614B-1D34F2112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7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0E3D-5F72-6446-27A2-EABA638D2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230BAEB-6DC2-66FB-7EE4-E55024AE4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2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74D1-A2FE-3097-CBC1-851B50CAE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85C8F7-72D2-B239-EFED-0259396C8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5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4211-647F-6ED7-8D6F-DD1152BF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9B4362-6CFA-B36C-3704-E28E50AA4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DE1A2DD-84C5-F2D2-B454-96A500065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0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B8A4-184D-0F46-D5E4-24A9DCF3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62EBE4-354B-9DBE-2C49-0DA0D25E5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2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EF9B-84D3-4182-9CC4-B44C7233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5E8969-7F83-E1DB-FAD5-0950D0AE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4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36D1-F8D6-33E7-A72B-F18BAB58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2CBB25-47F2-4794-7AB5-C77991BF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54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0ED0-82A4-0DDE-C857-82E91AF8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042080-DAD1-1C44-7779-4BB63A246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6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B29F-E6B9-0C3B-4C8E-7CEE0CF4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B63EAF5-ED65-A402-EEA8-B295DE91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7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B740-E64A-3E3E-2667-497EA584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304C1B-DDBA-DACF-73D1-15E30D427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87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485B-61CD-7B99-7A22-2E713048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FC245D-A0B2-B859-B47B-35837164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98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599D-9066-4EAC-F4FF-A751F4E0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55CD8E-97CA-D5F8-87BF-1384760B4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26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DCA1-6280-1785-ABD5-C2EB3561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239D40-95C1-BF2F-18F0-5A2E323F7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21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BEB3-82D3-7518-F357-FA7EDC00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62FCEA-3BE6-5C3F-ABBF-B904DAD0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72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E290-C596-D02D-EFE1-1853A18D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CEEFEE-187C-4C14-3675-B150AD44F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13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8964E-04B6-3F3C-C7B9-2683D4F8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85FA65-E75F-6B42-EAF0-4DFBBC6C2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68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820D-2083-C8D3-B3B9-375606FE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8EFE2D-4C5E-87DA-7738-754014949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3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5109-83B6-6DBA-5C29-517F7B0D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E8E2D4-E6DD-FD45-C081-12C992619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93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1A1E21-D782-8301-C21E-594185120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15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397D28-C325-7DFD-5DBF-5BCD2495D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70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725E42C-0F93-6B54-2BFB-FAA819E2E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7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A50149-2121-784F-DFDC-4D2953450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42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7F6F71-3A22-4F7F-AD7D-01935898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63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49A337-252A-01A7-BCEE-1357D468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51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514094-3FAB-8D90-A301-A5B8BE794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11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122195-055E-E955-38EE-57E60957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64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40CDA6-7EAE-1ABA-5A02-6ACED57BD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46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00B113-2DBE-2476-D3E8-8CA2FAD55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58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93E0D0-6DC9-DADC-7FC6-D20A4052D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58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3E833-5230-A2A7-BDA5-272B3F321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165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6ED86C-C182-DFB0-549E-6909F9D33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37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54564F-020F-5B81-6251-C83019292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30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C5FBAA-872A-1BC7-BCD2-630858FA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48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E6DD3E-4874-C119-1A0E-D77A639DE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07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D345BF-24CA-43DC-93BD-9F2229091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80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9E0091-8CE2-0C47-2D99-6B4EE1AD6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152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82BBFA-5357-8E18-52AA-E23C4F8C5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87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271480-42DE-C4D4-2887-463F724CD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25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A3B12D-A2BE-2885-9570-B8F9CD576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448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CCD353-1E95-E46C-73F3-11FC5C7F3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0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와이드스크린</PresentationFormat>
  <Paragraphs>0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4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부유민</dc:creator>
  <cp:lastModifiedBy>부유민</cp:lastModifiedBy>
  <cp:revision>2</cp:revision>
  <dcterms:created xsi:type="dcterms:W3CDTF">2025-07-30T05:45:11Z</dcterms:created>
  <dcterms:modified xsi:type="dcterms:W3CDTF">2025-07-30T06:26:49Z</dcterms:modified>
</cp:coreProperties>
</file>